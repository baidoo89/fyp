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title, name, and scope in under 30 seconds. State that the project supports academic promotion decisions from evidence submission to final-outcome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research problem is not merely the absence of a website. It is the absence of a consistent, secure, and auditable information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six objectives without reading them word for word. State that all were achieved and that eligibility was achieved within the declared prototype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prototyping. Mention that the full running workflow exposed a scoring defect that code inspection alone had not revealed. Use the exact Chapter 3 sample figures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role workspaces to the Next.js application and TypeScript API, then through Prisma to PostgreSQL. Explain that server-side access, scope, ownership, validation, and workflow rules enforce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the seven primary stages, then the correction and further-review loops. Explain department scope for HOD, faculty scope for Dean, and that committee recommendation is separate from authority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40-40-20 core completeness model and the six required evidence gates. Protect the distinction between completeness, eligibility, qualitative merit, and final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screenshots prove the implementation. Name the queue, document preview, criteria and structure management, and clear role-specific next actions. Do not describe every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test layers. Use the zero-score defect as the strongest evidence for prototyping and end-to-end testing. Explain the correction without drifting into code-level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limitations plainly. Emphasise that formal UAT and institutional validation come before production deployment, followed by sequential routing and versioned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final three contributions, protect the decision-support boundary, and transition directly to the controlled Benjamin Baidoo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wn6\Desktop\FYP SOFTWARE DESIGN\lecturer-performance-system\defence-pack\rendered-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Ghana Communication Technology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Staff Promotion Support System for GCTU</dc:title>
  <dc:subject>Final Year Project Defence</dc:subject>
  <dc:creator>Benjamin Baidoo</dc:creator>
  <cp:lastModifiedBy>Benjamin Baidoo</cp:lastModifiedBy>
  <cp:revision>1</cp:revision>
  <dcterms:created xsi:type="dcterms:W3CDTF">2026-08-04T15:54:42Z</dcterms:created>
  <dcterms:modified xsi:type="dcterms:W3CDTF">2026-08-04T15:54:42Z</dcterms:modified>
</cp:coreProperties>
</file>